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000000"/>
                </a:solidFill>
              </a:rPr>
              <a:t>🛡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514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× LABLAB.AI  ·  AI TRADING AGENTS HACKATHON 2026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</a:t>
            </a:r>
            <a:endParaRPr lang="en-US" sz="7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160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Options AI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920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options agent that trades through Alpaca's MCP server — its edge is discipline and risk gates, not hype.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github.com/fawad07/alpaca-options-agent   ·   paper account only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“AI trading bot” promises easy money.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of them lose —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08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backtest that dazzles you has usually just memorized the past.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480560"/>
            <a:ext cx="10515600" cy="1280160"/>
          </a:xfrm>
          <a:prstGeom prst="roundRect">
            <a:avLst>
              <a:gd name="adj" fmla="val 7143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66344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built the opposite of a hype bot — one whose edge is risk control and honesty, not a secret signal.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thesis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isn't a magic prediction. It's discipline.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2651760"/>
            <a:ext cx="640080" cy="640080"/>
          </a:xfrm>
          <a:prstGeom prst="ellipse">
            <a:avLst/>
          </a:prstGeom>
          <a:solidFill>
            <a:srgbClr val="1B2533"/>
          </a:solidFill>
          <a:ln w="19050">
            <a:solidFill>
              <a:srgbClr val="5FA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114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trade is a simple, explainable rule — no black box.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28600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2651760"/>
            <a:ext cx="640080" cy="640080"/>
          </a:xfrm>
          <a:prstGeom prst="ellipse">
            <a:avLst/>
          </a:prstGeom>
          <a:solidFill>
            <a:srgbClr val="1B2533"/>
          </a:solidFill>
          <a:ln w="19050">
            <a:solidFill>
              <a:srgbClr val="5FA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Risk-gated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4114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caps on size, exposure, and losses protect the account first.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228600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49640" y="2651760"/>
            <a:ext cx="640080" cy="640080"/>
          </a:xfrm>
          <a:prstGeom prst="ellipse">
            <a:avLst/>
          </a:prstGeom>
          <a:solidFill>
            <a:srgbClr val="1B2533"/>
          </a:solidFill>
          <a:ln w="19050">
            <a:solidFill>
              <a:srgbClr val="5FA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49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4114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validate out-of-sample and report what's real — no cherry-picking.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0292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data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bars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4203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88036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 · RSI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947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25780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/ block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29691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63524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271F12"/>
          </a:solidFill>
          <a:ln w="12700">
            <a:solidFill>
              <a:srgbClr val="E0A1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Alpaca MCP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 order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7435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01268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0412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account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10412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$100k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decides direction. The risk gates decide if — and how big. Orders execute through Alpaca's MCP server.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logic (transparent on purpose)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468880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 20-day EMA vs 50-day EMA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Filter:  14-day RSI (skip overbought/oversold)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scales with trend strength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setups → no trade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09360" y="1737360"/>
            <a:ext cx="5029200" cy="3840480"/>
          </a:xfrm>
          <a:prstGeom prst="roundRect">
            <a:avLst>
              <a:gd name="adj" fmla="val 238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Uptrend  →  BUY a CALL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Downtrend  →  BUY a PUT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4023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 →  no trade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4754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defined-risk: a bought call or put, ~30 days out, near the money.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gates (the heart of it)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risked per trade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26280" y="173736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173736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daily-loss halt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Long-only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663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sells naked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26280" y="361188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14–60d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4663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window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0" y="361188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 / −50%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4663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take-profit / stop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testing, the gates correctly REFUSED SPY &amp; QQQ trades that exceeded the 2% cap — protection working.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MCP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hackathon's core theme — the agent trades THROUGH Alpaca's official MCP server.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5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66160" y="2286000"/>
            <a:ext cx="7772400" cy="2834640"/>
          </a:xfrm>
          <a:prstGeom prst="roundRect">
            <a:avLst>
              <a:gd name="adj" fmla="val 322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4048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the agent calls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3063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get_account_info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3063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get_option_contracts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3630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get_option_snapshot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630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place_option_order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41970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get_all_positions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41970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close_position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check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7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Out-of-sample, the signal beat buy-and-hold on ZERO of 7 stocks.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194560" y="4480560"/>
            <a:ext cx="7772400" cy="1280160"/>
          </a:xfrm>
          <a:prstGeom prst="roundRect">
            <a:avLst>
              <a:gd name="adj" fmla="val 7143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68880" y="46177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don't claim a magic edge. We compete on discipline, safety &amp; transparency. Most teams hide this — we put it on a slide.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Aug 28 – Sep 4, 2026 · paper account PA327FXF8G6D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 __%  ]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P&amp;L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661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 __  ]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_ / _ ]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/ Stops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 __  ]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Risk-gate blocks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206240"/>
            <a:ext cx="10515600" cy="1554480"/>
          </a:xfrm>
          <a:prstGeom prst="roundRect">
            <a:avLst>
              <a:gd name="adj" fmla="val 5882"/>
            </a:avLst>
          </a:prstGeom>
          <a:solidFill>
            <a:srgbClr val="1B2533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0624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Alpaca paper P&amp;L + the live status dashboard ]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dirty="0">
                <a:solidFill>
                  <a:srgbClr val="000000"/>
                </a:solidFill>
              </a:rPr>
              <a:t>🛡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Honest. Disciplined. Safe.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4747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options agent that's honest about risk. Every trade explainable, every risk capped.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4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github.com/fawad07/alpaca-options-agent   ·   MIT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Account: PA327FXF8G6D   ·   @lablabai  @AlpacaHQ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2026-08-29T18:08:20Z</dcterms:created>
  <dcterms:modified xsi:type="dcterms:W3CDTF">2026-08-29T18:08:20Z</dcterms:modified>
</cp:coreProperties>
</file>