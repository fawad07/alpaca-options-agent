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91440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000000"/>
                </a:solidFill>
              </a:rPr>
              <a:t>🛡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2514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5F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ALPACA × LABLAB.AI  ·  AI TRADING AGENTS HACKATHON 2026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83464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Gate</a:t>
            </a:r>
            <a:endParaRPr lang="en-US" sz="76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1605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Options AI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489204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autonomous options agent that trades through Alpaca's MCP server — its edge is discipline and risk gates, not hype.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github.com/fawad07/alpaca-options-agent   ·   paper account only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“AI trading bot” promises easy money.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4688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all of them lose —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1089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0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a backtest that dazzles you has usually just memorized the past.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822960" y="4480560"/>
            <a:ext cx="10515600" cy="1280160"/>
          </a:xfrm>
          <a:prstGeom prst="roundRect">
            <a:avLst>
              <a:gd name="adj" fmla="val 7143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66344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built the opposite of a hype bot — one whose edge is risk control and honesty, not a secret signal.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 Gate · Honest Options AI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43000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thesis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edge isn't a magic prediction. It's discipline.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3429000" cy="3108960"/>
          </a:xfrm>
          <a:prstGeom prst="roundRect">
            <a:avLst>
              <a:gd name="adj" fmla="val 2941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3000" y="2651760"/>
            <a:ext cx="640080" cy="640080"/>
          </a:xfrm>
          <a:prstGeom prst="ellipse">
            <a:avLst/>
          </a:prstGeom>
          <a:solidFill>
            <a:srgbClr val="1B2533"/>
          </a:solidFill>
          <a:ln w="19050">
            <a:solidFill>
              <a:srgbClr val="5FA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43000" y="2651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F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5204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1148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trade is a simple, explainable rule — no black box.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26280" y="2286000"/>
            <a:ext cx="3429000" cy="3108960"/>
          </a:xfrm>
          <a:prstGeom prst="roundRect">
            <a:avLst>
              <a:gd name="adj" fmla="val 2941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46320" y="2651760"/>
            <a:ext cx="640080" cy="640080"/>
          </a:xfrm>
          <a:prstGeom prst="ellipse">
            <a:avLst/>
          </a:prstGeom>
          <a:solidFill>
            <a:srgbClr val="1B2533"/>
          </a:solidFill>
          <a:ln w="19050">
            <a:solidFill>
              <a:srgbClr val="5FA8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2651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F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4800600" y="35204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Risk-gated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41148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caps on size, exposure, and losses protect the account first.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0" y="2286000"/>
            <a:ext cx="3429000" cy="3108960"/>
          </a:xfrm>
          <a:prstGeom prst="roundRect">
            <a:avLst>
              <a:gd name="adj" fmla="val 2941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549640" y="2651760"/>
            <a:ext cx="640080" cy="640080"/>
          </a:xfrm>
          <a:prstGeom prst="ellipse">
            <a:avLst/>
          </a:prstGeom>
          <a:solidFill>
            <a:srgbClr val="1B2533"/>
          </a:solidFill>
          <a:ln w="19050">
            <a:solidFill>
              <a:srgbClr val="5FA8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549640" y="2651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F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503920" y="35204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8503920" y="41148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validate out-of-sample and report what's real — no cherry-picking.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 Gate · Honest Options AI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43000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502920" y="2834640"/>
            <a:ext cx="2057400" cy="1554480"/>
          </a:xfrm>
          <a:prstGeom prst="roundRect">
            <a:avLst>
              <a:gd name="adj" fmla="val 5882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31546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data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37033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daily bars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542032" y="3337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FA8FF"/>
                </a:solidFill>
              </a:rPr>
              <a:t>▸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880360" y="2834640"/>
            <a:ext cx="2057400" cy="1554480"/>
          </a:xfrm>
          <a:prstGeom prst="roundRect">
            <a:avLst>
              <a:gd name="adj" fmla="val 5882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71800" y="31546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2971800" y="37033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 · RSI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919472" y="3337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FA8FF"/>
                </a:solidFill>
              </a:rPr>
              <a:t>▸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257800" y="2834640"/>
            <a:ext cx="2057400" cy="1554480"/>
          </a:xfrm>
          <a:prstGeom prst="roundRect">
            <a:avLst>
              <a:gd name="adj" fmla="val 5882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349240" y="31546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gates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349240" y="37033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 / block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296912" y="3337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FA8FF"/>
                </a:solidFill>
              </a:rPr>
              <a:t>▸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7635240" y="2834640"/>
            <a:ext cx="2057400" cy="1554480"/>
          </a:xfrm>
          <a:prstGeom prst="roundRect">
            <a:avLst>
              <a:gd name="adj" fmla="val 5882"/>
            </a:avLst>
          </a:prstGeom>
          <a:solidFill>
            <a:srgbClr val="271F12"/>
          </a:solidFill>
          <a:ln w="12700">
            <a:solidFill>
              <a:srgbClr val="E0A13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31546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Alpaca MCP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37033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place order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674352" y="3337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FA8FF"/>
                </a:solidFill>
              </a:rPr>
              <a:t>▸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10012680" y="2834640"/>
            <a:ext cx="2057400" cy="1554480"/>
          </a:xfrm>
          <a:prstGeom prst="roundRect">
            <a:avLst>
              <a:gd name="adj" fmla="val 5882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104120" y="31546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account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0104120" y="37033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$100k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8463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signal decides direction; the risk gates decide if — and how big. Orders execute through Alpaca's MCP — autonomously each market-hours cycle, with every decision logged to a journal.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 Gate · Honest Options AI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43000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logic (transparent on purpose)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737360"/>
            <a:ext cx="5120640" cy="3840480"/>
          </a:xfrm>
          <a:prstGeom prst="roundRect">
            <a:avLst>
              <a:gd name="adj" fmla="val 2381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F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2468880"/>
            <a:ext cx="46634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Trend:  20-day EMA vs 50-day EMA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Filter:  14-day RSI (skip overbought/oversold)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scales with trend strength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setups → no trade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309360" y="1737360"/>
            <a:ext cx="5029200" cy="3840480"/>
          </a:xfrm>
          <a:prstGeom prst="roundRect">
            <a:avLst>
              <a:gd name="adj" fmla="val 2381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F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583680" y="25603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Uptrend  →  BUY a CALL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3291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Downtrend  →  BUY a PUT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40233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Otherwise  →  no trade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47548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defined-risk: a bought call or put, ~30 days out, near the money.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 Gate · Honest Options AI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gates (the heart of it)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822960" y="1737360"/>
            <a:ext cx="3429000" cy="1645920"/>
          </a:xfrm>
          <a:prstGeom prst="roundRect">
            <a:avLst>
              <a:gd name="adj" fmla="val 5556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20116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2%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risked per trade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26280" y="1737360"/>
            <a:ext cx="3429000" cy="1645920"/>
          </a:xfrm>
          <a:prstGeom prst="roundRect">
            <a:avLst>
              <a:gd name="adj" fmla="val 5556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20116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5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positions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0" y="1737360"/>
            <a:ext cx="3429000" cy="1645920"/>
          </a:xfrm>
          <a:prstGeom prst="roundRect">
            <a:avLst>
              <a:gd name="adj" fmla="val 5556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03920" y="20116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850392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daily-loss halt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22960" y="3611880"/>
            <a:ext cx="3429000" cy="1645920"/>
          </a:xfrm>
          <a:prstGeom prst="roundRect">
            <a:avLst>
              <a:gd name="adj" fmla="val 5556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38862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Long-only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663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sells naked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26280" y="3611880"/>
            <a:ext cx="3429000" cy="1645920"/>
          </a:xfrm>
          <a:prstGeom prst="roundRect">
            <a:avLst>
              <a:gd name="adj" fmla="val 5556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00600" y="38862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14–60d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4800600" y="4663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expiry window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229600" y="3611880"/>
            <a:ext cx="3429000" cy="1645920"/>
          </a:xfrm>
          <a:prstGeom prst="roundRect">
            <a:avLst>
              <a:gd name="adj" fmla="val 5556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503920" y="38862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+50 / −50%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8503920" y="4663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take-profit / stop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56235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evidence: at the 5-position cap the agent REFUSED further signals — and every block is logged in the decision journal.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 Gate · Honest Options AI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43000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MCP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hackathon's core theme — the agent trades THROUGH Alpaca's official MCP server.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28600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0" b="1" dirty="0">
                <a:solidFill>
                  <a:srgbClr val="5F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9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7490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566160" y="2286000"/>
            <a:ext cx="7772400" cy="2834640"/>
          </a:xfrm>
          <a:prstGeom prst="roundRect">
            <a:avLst>
              <a:gd name="adj" fmla="val 3226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840480" y="2468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the agent calls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931920" y="30632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get_account_info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589520" y="30632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get_option_contracts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931920" y="363016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get_option_snapshot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589520" y="363016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place_option_order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931920" y="4197096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get_all_positions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589520" y="4197096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close_position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 Gate · Honest Options AI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143000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honesty check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82880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E0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of 7</a:t>
            </a:r>
            <a:endParaRPr lang="en-US" sz="12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5661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Out-of-sample, the signal beat buy-and-hold on ZERO of 7 stocks.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194560" y="4480560"/>
            <a:ext cx="7772400" cy="1280160"/>
          </a:xfrm>
          <a:prstGeom prst="roundRect">
            <a:avLst>
              <a:gd name="adj" fmla="val 7143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468880" y="4617720"/>
            <a:ext cx="7223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don't claim a magic edge. We compete on discipline, safety &amp; transparency. Most teams hide this — we put it on a slide.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 Gate · Honest Options AI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43000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Aug 28 – Sep 4, 2026 · paper account PA327FXF8G6D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2514600" cy="1828800"/>
          </a:xfrm>
          <a:prstGeom prst="roundRect">
            <a:avLst>
              <a:gd name="adj" fmla="val 5000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3774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+1.82%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2004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P&amp;L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566160" y="2103120"/>
            <a:ext cx="2514600" cy="1828800"/>
          </a:xfrm>
          <a:prstGeom prst="roundRect">
            <a:avLst>
              <a:gd name="adj" fmla="val 5000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57600" y="23774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657600" y="32004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09360" y="2103120"/>
            <a:ext cx="2514600" cy="1828800"/>
          </a:xfrm>
          <a:prstGeom prst="roundRect">
            <a:avLst>
              <a:gd name="adj" fmla="val 5000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0" y="23774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0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32004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/ Stops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052560" y="2103120"/>
            <a:ext cx="2514600" cy="1828800"/>
          </a:xfrm>
          <a:prstGeom prst="roundRect">
            <a:avLst>
              <a:gd name="adj" fmla="val 5000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0" y="23774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0" y="32004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Risk-gate blocks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" y="4206240"/>
            <a:ext cx="10515600" cy="1554480"/>
          </a:xfrm>
          <a:prstGeom prst="roundRect">
            <a:avLst>
              <a:gd name="adj" fmla="val 5882"/>
            </a:avLst>
          </a:prstGeom>
          <a:solidFill>
            <a:srgbClr val="1B2533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05840" y="420624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equity $101,823  ·  +1.82% total return since the $100k start  ·  2 take-profits (+54% SPY, +74% NVDA)  ·  0 stop-losses  ·  ~1% max drawdown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i="1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full equity curve on the next slide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 Gate · Honest Options AI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4572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on Alpaca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1430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 account PA327FXF8G6D  ·  $100,000 → $101,823  ·  +1.82% total return</a:t>
            </a:r>
            <a:endParaRPr lang="en-US" sz="1300" dirty="0"/>
          </a:p>
        </p:txBody>
      </p:sp>
      <p:pic>
        <p:nvPicPr>
          <p:cNvPr id="4" name="Image 0" descr="submission/equ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3664" y="1645920"/>
            <a:ext cx="8394192" cy="42976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green +1.07% is Alpaca's same-day change; +1.82% is the total return since the $100,000 start.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 Gate · Honest Options AI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82296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dirty="0">
                <a:solidFill>
                  <a:srgbClr val="000000"/>
                </a:solidFill>
              </a:rPr>
              <a:t>🛡</a:t>
            </a:r>
            <a:endParaRPr lang="en-US" sz="9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2860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Honest. Disciplined. Safe.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347472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autonomous options agent that's honest about risk. Every trade explainable, every risk capped.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7548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F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github.com/fawad07/alpaca-options-agent   ·   MIT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F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Account: PA327FXF8G6D   ·   @lablabai  @AlpacaHQ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2026-09-04T00:08:04Z</dcterms:created>
  <dcterms:modified xsi:type="dcterms:W3CDTF">2026-09-04T00:08:04Z</dcterms:modified>
</cp:coreProperties>
</file>