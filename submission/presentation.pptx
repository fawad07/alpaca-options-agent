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91440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🛡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ALPACA × LABLAB.AI  ·  AI TRADING AGENTS HACKATHON 2026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34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160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Options AI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8920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options agent that trades through Alpaca's MCP server — its edge is discipline and risk gates, not hype.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github.com/fawad07/alpaca-options-agent   ·   paper account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“AI trading bot” promises easy money.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all of them lose —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backtest that dazzles you has usually just memorized the past.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448056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6634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built the opposite of a hype bot — one whose edge is risk control and honesty, not a secret signal.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thesis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 isn't a magic prediction. It's discipline.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651760"/>
            <a:ext cx="640080" cy="64008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5FA8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 is a simple, explainable rule — no black 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2651760"/>
            <a:ext cx="640080" cy="64008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5FA8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Risk-gated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caps on size, exposure, and losses protect the account first.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429000" cy="3108960"/>
          </a:xfrm>
          <a:prstGeom prst="roundRect">
            <a:avLst>
              <a:gd name="adj" fmla="val 294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2651760"/>
            <a:ext cx="640080" cy="640080"/>
          </a:xfrm>
          <a:prstGeom prst="ellipse">
            <a:avLst/>
          </a:prstGeom>
          <a:solidFill>
            <a:srgbClr val="1B2533"/>
          </a:solidFill>
          <a:ln w="19050">
            <a:solidFill>
              <a:srgbClr val="5FA8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496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520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1148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 out-of-sample and report what's real — no cherry-picking.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data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bars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4203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8036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 · RSI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1947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25780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34924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 / block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29691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63524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271F12"/>
          </a:solidFill>
          <a:ln w="12700">
            <a:solidFill>
              <a:srgbClr val="E0A1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2668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MCP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 order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674352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FA8FF"/>
                </a:solidFill>
              </a:rPr>
              <a:t>▸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012680" y="2834640"/>
            <a:ext cx="2057400" cy="1554480"/>
          </a:xfrm>
          <a:prstGeom prst="roundRect">
            <a:avLst>
              <a:gd name="adj" fmla="val 5882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04120" y="31546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account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0104120" y="3703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$100k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decides direction; the risk gates decide if — and how big. Orders execute through Alpaca's MCP — autonomously each market-hours cycle, with every decision logged to a journal.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logic (transparent on purpose)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4688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 20-day EMA vs 50-day EMA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 14-day RSI (skip overbought/oversold)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scales with trend strength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setups → no trade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73736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560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Uptrend  →  BUY a CALL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Downtrend  →  BUY a PUT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4023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 →  no trade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47548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defined-risk: a bought call or put, ~30 days out, near the money.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gates (the heart of it)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9728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2%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risked per trade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26280" y="173736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positions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0116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788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daily-loss halt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sells naked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26280" y="36118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14–60d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window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3611880"/>
            <a:ext cx="3429000" cy="1645920"/>
          </a:xfrm>
          <a:prstGeom prst="roundRect">
            <a:avLst>
              <a:gd name="adj" fmla="val 555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3886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/ −50%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take-profit / stop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evidence: at the 5-position cap the agent REFUSED further signals — and every block is logged in the decision journal.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MCP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hackathon's core theme — the agent trades THROUGH Alpaca's official MCP server.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5F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66160" y="2286000"/>
            <a:ext cx="7772400" cy="2834640"/>
          </a:xfrm>
          <a:prstGeom prst="roundRect">
            <a:avLst>
              <a:gd name="adj" fmla="val 3226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4048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the agent calls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get_account_info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get_option_contracts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get_option_snapshot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place_option_order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197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get_all_positions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419709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 close_position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check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E0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7</a:t>
            </a:r>
            <a:endParaRPr lang="en-US" sz="1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Out-of-sample, the signal beat buy-and-hold on ZERO of 7 stocks.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94560" y="4480560"/>
            <a:ext cx="7772400" cy="1280160"/>
          </a:xfrm>
          <a:prstGeom prst="roundRect">
            <a:avLst>
              <a:gd name="adj" fmla="val 7143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468880" y="461772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don't claim a magic edge. We compete on discipline, safety &amp; transparency. Most teams hide this — we put it on a slide.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28 – Sep 4, 2026 · paper account PA327FXF8G6D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+1.82%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P&amp;L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Stops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41C28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0" y="2377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Risk-gate blocks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206240"/>
            <a:ext cx="10515600" cy="1554480"/>
          </a:xfrm>
          <a:prstGeom prst="roundRect">
            <a:avLst>
              <a:gd name="adj" fmla="val 5882"/>
            </a:avLst>
          </a:prstGeom>
          <a:solidFill>
            <a:srgbClr val="1B2533"/>
          </a:solidFill>
          <a:ln w="12700">
            <a:solidFill>
              <a:srgbClr val="2A36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420624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equity $101,823  ·  +1.82% on the week  ·  2 take-profits captured (+54%, +74%)  ·  0 stop-losses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screenshot: Alpaca equity curve + P&amp;L ]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Gate · Honest Options AI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dirty="0">
                <a:solidFill>
                  <a:srgbClr val="000000"/>
                </a:solidFill>
              </a:rPr>
              <a:t>🛡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Honest. Disciplined. Safe.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3474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options agent that's honest about risk. Every trade explainable, every risk capped.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4754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github.com/fawad07/alpaca-options-agent   ·   MIT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5FA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Account: PA327FXF8G6D   ·   @lablabai  @AlpacaHQ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2026-09-03T20:53:43Z</dcterms:created>
  <dcterms:modified xsi:type="dcterms:W3CDTF">2026-09-03T20:53:43Z</dcterms:modified>
</cp:coreProperties>
</file>